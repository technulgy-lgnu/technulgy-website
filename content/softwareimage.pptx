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79A4-9A74-D7F2-C92C-93584EF3F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2A349-4E60-E388-BFA0-6A53C8421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3DE3D-14F9-58BB-444C-7A684967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A5ECA-C716-FCDA-B006-BBBC26EA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43A2-3E40-8F0D-77A4-E978972E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613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5572-49E8-A7A3-9F35-961F7237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F8E3-6798-A876-DE09-2C77E7F02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D450F-3717-F196-AF54-B4C2FC89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AFC1-B8E0-D602-FC11-97B3E5B6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5B626-F618-BF33-CD52-819BC853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244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33C2-B1FE-BB4C-B2CA-A9FFEFD0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B210C-A953-E917-C3DA-283367BF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0E783-5E13-CEB7-9357-7DC75C62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22503-DAF6-6EC5-C5F2-A7D6CC9D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46586-8A9E-53AF-4336-F9073FDC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776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A22D-3C0C-3290-17B1-7094CA9C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CF7D-F9A2-FC77-7B7F-6872F93AD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AECC9-D2C4-5CE1-AC39-0043923C4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B430C-792D-2377-E1DF-1B9F7527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06806-7136-988A-7F71-439ECAE6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6938E-96AA-BA60-AAD2-F4C346B8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635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3D91-0C4D-F061-8C1F-6AA00D2C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E2BA5-E719-DA4D-9ABB-43162C387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856CC-42FD-CA54-0F1A-D4FF19696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94A379-0DAD-24B6-E3CD-A2E7D3F6C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EB3D04-DFC3-B5F0-940A-F74C78D949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3F1FE-DE4F-D035-EFE9-E4518173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B35B3-823C-A2E2-0608-C7030ADD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EE9896-6F15-2454-AFE7-67F5D89A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4021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0E4D-2F90-1402-2DBE-3422D182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EB77A-C56C-2D0F-958E-5B8BBB8D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4B3F8-7E51-B027-8291-34D005D1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BD583-B383-198F-0C5D-98A48754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768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D0730A-256C-48F5-39F5-49E7CBE5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63C75-19F5-244F-6568-202A8458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EA625-7F5B-11EF-E8A8-3BCD00D0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717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C574-1B7E-B05E-3101-8E2E4A78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10919-1AFA-09EB-ADEB-FB943DAC2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A7C4-CF32-B0C0-B292-FFB195EC8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48B42-8F8A-8DB1-FA1C-8C7A2AFD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046C4-7E5C-E18E-E131-10A061F1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7704D-1600-3670-1BA4-EF8B429D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570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BE4D-C5F2-D997-C4DD-53BF0B6EA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9C3C4-B3CA-5D1F-42FA-65DF12500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55F87-2C0F-AAE5-8C87-0F285A7A4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13BAB-151C-1A3A-CE1C-A0C004E16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4F65D-FEFD-8A0F-0C38-5A0D9E31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12EC1-F244-D556-F816-9C9B2E2E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2269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635A-9631-7268-6596-3F4DEE74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04A1D-4DCF-9FAB-CDC7-1A13FE5AE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C68E0-97BF-FBE1-54A6-C1B560CC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F3A9-C875-BD2F-171A-385CEC03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A4D84-D176-CAF6-DC6B-66F43C9D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447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883749-37D7-2C81-8A23-AB0569FBE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A2402-2116-499B-A759-93A245E69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B07B4-80A4-0458-3359-389079BE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00872-BC0E-A41E-703C-BBF072D9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D6829-CAEE-EAC0-0915-6A5456FC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753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A943FC-93F2-64BE-57D2-5974F31D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FD7A3-12BD-64D0-8323-93B05122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D9DE0-7A56-8204-202A-9DFEFAA32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77ACE-EF34-4D2A-B228-E0E69FFF9736}" type="datetimeFigureOut">
              <a:rPr lang="en-DE" smtClean="0"/>
              <a:t>03/05/2025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29170-9663-AC1E-5C8E-9420AB93D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5526D-D618-E379-FE4C-6C97F05B3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75F6D-F3A6-4760-B0E9-572EAB0F68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987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BBCF79-62FC-A60C-83F0-19D834B01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82" y="782574"/>
            <a:ext cx="2381250" cy="2381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8E965D-5C37-4792-C782-3BAEBD4E1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441" y="437007"/>
            <a:ext cx="2583559" cy="1755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9B0094-8EA7-4537-F5CC-C1F6628443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935" y="3946978"/>
            <a:ext cx="2093127" cy="23562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22DC2F-E36E-CA4A-D450-E0355AF69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540" y="3040380"/>
            <a:ext cx="2670048" cy="2670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A724C7-83AD-F721-B719-48B1DDCC52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517" y="1777166"/>
            <a:ext cx="3233935" cy="28590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6644F5-71C8-4152-EC5C-720353EFD1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12" y="298787"/>
            <a:ext cx="1528707" cy="13239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DF3B8D5-7A11-84D6-CF05-B134A84C79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52" y="4882051"/>
            <a:ext cx="1588716" cy="14211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045410-8E15-DFDC-0B2C-8EF352D260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955" y="2291227"/>
            <a:ext cx="1828804" cy="22524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B6404BE-ACAC-0008-C333-D9DFF22360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82" y="4884801"/>
            <a:ext cx="2085328" cy="153619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9F5EDB9-99DD-6C63-98A8-6F86D0421C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7629" y="4093461"/>
            <a:ext cx="2610228" cy="26102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46958D5-6720-09F6-19EA-F5FEAA80EBB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759" y="691469"/>
            <a:ext cx="1925901" cy="234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64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Braun</dc:creator>
  <cp:lastModifiedBy>Elias Braun</cp:lastModifiedBy>
  <cp:revision>1</cp:revision>
  <dcterms:created xsi:type="dcterms:W3CDTF">2025-05-03T12:18:07Z</dcterms:created>
  <dcterms:modified xsi:type="dcterms:W3CDTF">2025-05-03T12:27:13Z</dcterms:modified>
</cp:coreProperties>
</file>